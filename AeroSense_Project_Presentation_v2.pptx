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5500"/>
                </a:solidFill>
                <a:latin typeface="Segoe UI"/>
              </a:defRPr>
            </a:pPr>
            <a:r>
              <a:t>🛸 AEROSENSE</a:t>
            </a:r>
          </a:p>
          <a:p>
            <a:pPr algn="ctr">
              <a:spcAft>
                <a:spcPts val="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Quadcopter 3D Spatial Pollution Mapping System</a:t>
            </a:r>
          </a:p>
          <a:p>
            <a:pPr algn="ctr">
              <a:defRPr sz="1400">
                <a:solidFill>
                  <a:srgbClr val="A0A0A0"/>
                </a:solidFill>
                <a:latin typeface="Segoe UI"/>
              </a:defRPr>
            </a:pPr>
            <a:r>
              <a:t>Dual-Core ESP32-S3 IoT Payload &amp; Live Ground Control 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The Core Problem: Fixed Monitoring is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Fixed Ground Stations: Standard environmental monitors are stationary and only capture air parameters at ground level.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Temperature Inversion Layers: Warm air bands aloft trap particulates (PM2.5) at higher elevations, which are completely missed by ground sensors.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Volumetric Gaps: Microclimates and urban topography lead to highly localized 3D pollution pockets.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5500"/>
                </a:solidFill>
                <a:latin typeface="Segoe UI"/>
              </a:defRPr>
            </a:pPr>
            <a:r>
              <a:t>• Vertical Column Profiling: AeroSense flies a coordinate grid at different altitude layers to create a vertical pollution gradient.</a:t>
            </a:r>
          </a:p>
          <a:p>
            <a:pPr>
              <a:spcAft>
                <a:spcPts val="1200"/>
              </a:spcAft>
              <a:defRPr sz="1500">
                <a:solidFill>
                  <a:srgbClr val="FF5500"/>
                </a:solidFill>
                <a:latin typeface="Segoe UI"/>
              </a:defRPr>
            </a:pPr>
            <a:r>
              <a:t>• Hyperlocal Intelligence: Maps 3D spaces in real-time, providing boundary layer data to study trapped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Low-Weight, Low-Cost Hardware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ESP32-S3 DevKit: Dual-core payload processor handling asynchronous queries, sensor data aggregation, and telemetry serialization.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PMS5003 Sensor: Laser-based particulate counter (PM2.5 &amp; PM10).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BME280 Module: High-accuracy meteorological reader (Temp, Pressure, Humidity).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MQ-135 Sensor: Analog sensor for toxic gases (connected via protective resistor divider to ESP32 ADC pin).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Ra-02 LoRa (433MHz): Long-range, low-bandwidth telemetry transmission.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Pixhawk Autopilot Integration: Queries GPS position directly via MAVLink (UART), saving weight and sensor cost.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Budget Efficiency: Built under ₹2,600 total cost (~55% cheaper than legacy Raspberry Pi payloads).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Embedded Firmware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Dual Firmware Options: MicroPython (asyncio loop for fast iterations) or Arduino C++ (optimized for flight frequency).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MessagePack Serialization: Packs 13 telemetry fields (coordinates, temperature, pressure, particulates) into a tight 65-byte binary payload.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Airtime Optimization: Binary serialization slashes LoRa packet transmission times, increasing signal range and drone battery life.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Real-Time Telemetry Transmission: Direct wireless broadcasting of MessagePack telemetry streams over LoRa or WiFi UDP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Ground Control Station (GCS)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Multi-Threaded GCS: Runs concurrent receiver threads to ingest data from both LoRa serial radios and WiFi UDP sockets.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SQLite Persistence: Automatically parses and logs telemetry packages to a local database (aerosense.db) at high frequency.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Flask REST API: Serves JSON endpoints containing history logs, flight coordinates, and config commands.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Web Dashboard Hosting: Host and serves React web cockpit files from a single centralized web 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Plotly Dash 3D Volumetric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3D Flight Scattering: Dynamic representation of drone flight path in a 3D grid, color-graded by particulate density.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Spatial Cubic Interpolation: Scipy integration estimates PM2.5 levels at coordinates the drone didn't fly through directly.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Elevation Slicing: Interactive slider displays 2D horizontal density maps at target altitudes (e.g. 15m, 30m, 50m).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Real-Time Cockpit Ticker: Displays instant quality alert indicators and system diagnostics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AI Forecasting: Inversion Mixing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Diurnal Mixing Dynamics: Trapped emissions aloft mix downward to the ground as sunlight breaks the boundary layer.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Gradient Inputs: Random Forest/XGBoost predictor takes temperature, pressure, and PM2.5 differences between 15m and 50m bands.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Ground-Level Prediction: Forecasts ground air quality spikes 15–30 minutes in advance with low Mean Absolute Error (MAE).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Feature Importance: Explains predictions using meteorological gradients as proxies for atmospheric stability.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Hyperlocal Warning System: Allows GCS to issue public safety warnings before pollutants descend to ground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Mission Planning &amp; Obstacle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Waypoint Grid Generator: Exports standard ArduPilot mission waypoint files using grid bounds, flight speed, and altitude inputs.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Obstacle Radar interface: Pre-engineered React cockpit radar designed to display warning notifications (simulated and ready for VL53L1X hardware).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Remote Config Manager: Directly pulls and overwrites payload settings (warnings, calibration, parameters) over Flask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